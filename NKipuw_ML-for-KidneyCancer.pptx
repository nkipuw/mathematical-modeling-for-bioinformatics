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5" r:id="rId5"/>
    <p:sldId id="326" r:id="rId6"/>
    <p:sldId id="257" r:id="rId7"/>
    <p:sldId id="261" r:id="rId8"/>
    <p:sldId id="264" r:id="rId9"/>
    <p:sldId id="265" r:id="rId10"/>
    <p:sldId id="341" r:id="rId11"/>
    <p:sldId id="342" r:id="rId12"/>
    <p:sldId id="266" r:id="rId13"/>
    <p:sldId id="340" r:id="rId14"/>
    <p:sldId id="258" r:id="rId15"/>
    <p:sldId id="34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240" autoAdjust="0"/>
  </p:normalViewPr>
  <p:slideViewPr>
    <p:cSldViewPr snapToGrid="0">
      <p:cViewPr varScale="1">
        <p:scale>
          <a:sx n="81" d="100"/>
          <a:sy n="81" d="100"/>
        </p:scale>
        <p:origin x="174" y="84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nkipuw@brandeis.edu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sz="4800" b="1" dirty="0"/>
              <a:t>Early detection of liver cancer via differential gene expression &amp; model prediction</a:t>
            </a:r>
            <a:br>
              <a:rPr lang="en-US" b="1" dirty="0"/>
            </a:br>
            <a:r>
              <a:rPr lang="en-US" sz="4000" dirty="0"/>
              <a:t>RBIF112 – week 6-7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/>
              <a:t>Neshita</a:t>
            </a:r>
            <a:r>
              <a:rPr lang="en-US" dirty="0"/>
              <a:t> </a:t>
            </a:r>
            <a:r>
              <a:rPr lang="en-US" dirty="0" err="1"/>
              <a:t>kipuw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565265"/>
          </a:xfrm>
        </p:spPr>
        <p:txBody>
          <a:bodyPr/>
          <a:lstStyle/>
          <a:p>
            <a:r>
              <a:rPr lang="en-US" sz="4000" dirty="0"/>
              <a:t>outline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303813"/>
            <a:ext cx="4114800" cy="3540034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objective</a:t>
            </a:r>
          </a:p>
          <a:p>
            <a:r>
              <a:rPr lang="en-US" dirty="0"/>
              <a:t>Data &amp; methods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Discussion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references</a:t>
            </a:r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685800"/>
            <a:ext cx="10241280" cy="739239"/>
          </a:xfrm>
          <a:noFill/>
        </p:spPr>
        <p:txBody>
          <a:bodyPr anchor="b" anchorCtr="0"/>
          <a:lstStyle/>
          <a:p>
            <a:r>
              <a:rPr lang="en-US" sz="4000" dirty="0"/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149" y="1698171"/>
            <a:ext cx="10533412" cy="3835730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Describe problem being solved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Why is it important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What is the question to be answered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5" y="147254"/>
            <a:ext cx="6217920" cy="731520"/>
          </a:xfrm>
          <a:noFill/>
        </p:spPr>
        <p:txBody>
          <a:bodyPr/>
          <a:lstStyle/>
          <a:p>
            <a:r>
              <a:rPr lang="en-US" sz="4400" dirty="0"/>
              <a:t>data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1AF972D-4F74-856F-A46E-A6A16CE94A78}"/>
              </a:ext>
            </a:extLst>
          </p:cNvPr>
          <p:cNvSpPr txBox="1">
            <a:spLocks/>
          </p:cNvSpPr>
          <p:nvPr/>
        </p:nvSpPr>
        <p:spPr>
          <a:xfrm>
            <a:off x="5340095" y="1698171"/>
            <a:ext cx="6036465" cy="3835730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2400" b="0" i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20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6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cap="none" dirty="0"/>
              <a:t>Dataset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59129"/>
            <a:ext cx="9821955" cy="914400"/>
          </a:xfrm>
          <a:noFill/>
        </p:spPr>
        <p:txBody>
          <a:bodyPr anchor="t" anchorCtr="0"/>
          <a:lstStyle/>
          <a:p>
            <a:r>
              <a:rPr lang="en-US" sz="4000" dirty="0"/>
              <a:t>Methods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98419"/>
            <a:ext cx="3657600" cy="4572000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1978DD-824A-517F-4B9E-1C71A913756A}"/>
              </a:ext>
            </a:extLst>
          </p:cNvPr>
          <p:cNvSpPr txBox="1">
            <a:spLocks/>
          </p:cNvSpPr>
          <p:nvPr/>
        </p:nvSpPr>
        <p:spPr>
          <a:xfrm>
            <a:off x="4267200" y="1598419"/>
            <a:ext cx="3657600" cy="45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2B6FBF-7079-64E3-0DEF-A0A010D9F99E}"/>
              </a:ext>
            </a:extLst>
          </p:cNvPr>
          <p:cNvSpPr txBox="1">
            <a:spLocks/>
          </p:cNvSpPr>
          <p:nvPr/>
        </p:nvSpPr>
        <p:spPr>
          <a:xfrm>
            <a:off x="8168640" y="1598419"/>
            <a:ext cx="3657600" cy="45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525" y="123503"/>
            <a:ext cx="5029200" cy="672143"/>
          </a:xfrm>
          <a:noFill/>
        </p:spPr>
        <p:txBody>
          <a:bodyPr anchor="t" anchorCtr="0"/>
          <a:lstStyle/>
          <a:p>
            <a:r>
              <a:rPr lang="en-US" sz="40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35C2-BD7F-57B9-6B8B-821D08AA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B532-1480-40E0-8925-1896F7D4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525" y="123503"/>
            <a:ext cx="5029200" cy="672143"/>
          </a:xfrm>
          <a:noFill/>
        </p:spPr>
        <p:txBody>
          <a:bodyPr anchor="t" anchorCtr="0"/>
          <a:lstStyle/>
          <a:p>
            <a:r>
              <a:rPr lang="en-US" sz="40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962282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7203-43B0-A66A-E8F0-DB82E206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CF29-23A9-5C9B-E956-2B3A3803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525" y="123503"/>
            <a:ext cx="5029200" cy="672143"/>
          </a:xfrm>
          <a:noFill/>
        </p:spPr>
        <p:txBody>
          <a:bodyPr anchor="t" anchorCtr="0"/>
          <a:lstStyle/>
          <a:p>
            <a:r>
              <a:rPr lang="en-US" sz="4000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1138060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82880"/>
            <a:ext cx="9821955" cy="914400"/>
          </a:xfrm>
          <a:noFill/>
        </p:spPr>
        <p:txBody>
          <a:bodyPr anchor="t" anchorCtr="0"/>
          <a:lstStyle/>
          <a:p>
            <a:r>
              <a:rPr lang="en-US" sz="40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r>
              <a:rPr lang="en-US" dirty="0"/>
              <a:t>With this product, Adatum Corporation is positioned for success in the dynamic market. </a:t>
            </a:r>
          </a:p>
          <a:p>
            <a:r>
              <a:rPr lang="en-US" dirty="0"/>
              <a:t>With a focus on innovation, user experience, and strategic growth, we anticipate reaching new heights in the coming year.</a:t>
            </a:r>
          </a:p>
          <a:p>
            <a:r>
              <a:rPr lang="en-US" dirty="0"/>
              <a:t>Our commitment to user satisfaction underscores every aspect of our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 err="1"/>
              <a:t>Neshita</a:t>
            </a:r>
            <a:r>
              <a:rPr lang="en-US" dirty="0"/>
              <a:t> Kipuw | </a:t>
            </a:r>
            <a:r>
              <a:rPr lang="en-US" dirty="0">
                <a:hlinkClick r:id="rId3"/>
              </a:rPr>
              <a:t>nkipuw@brandeis.edu</a:t>
            </a:r>
            <a:r>
              <a:rPr lang="en-US" dirty="0"/>
              <a:t> | rbif-112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47AB-6781-A29E-B2E9-9AE42CD1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928FA9-CDF9-6D6F-36AD-18D98F1A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149" y="855023"/>
            <a:ext cx="10533412" cy="4678878"/>
          </a:xfrm>
          <a:noFill/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 dirty="0" err="1"/>
              <a:t>Anwanwan</a:t>
            </a:r>
            <a:r>
              <a:rPr lang="en-US" sz="2000" dirty="0"/>
              <a:t>, D., Singh, S.K., Singh, S., </a:t>
            </a:r>
            <a:r>
              <a:rPr lang="en-US" sz="2000" dirty="0" err="1"/>
              <a:t>Saikam</a:t>
            </a:r>
            <a:r>
              <a:rPr lang="en-US" sz="2000" dirty="0"/>
              <a:t>, V. and Singh, R. (2020). Challenges in liver cancer and possible treatment approaches. </a:t>
            </a:r>
            <a:r>
              <a:rPr lang="en-US" sz="2000" i="1" dirty="0" err="1"/>
              <a:t>Biochimica</a:t>
            </a:r>
            <a:r>
              <a:rPr lang="en-US" sz="2000" i="1" dirty="0"/>
              <a:t> et </a:t>
            </a:r>
            <a:r>
              <a:rPr lang="en-US" sz="2000" i="1" dirty="0" err="1"/>
              <a:t>biophysica</a:t>
            </a:r>
            <a:r>
              <a:rPr lang="en-US" sz="2000" i="1" dirty="0"/>
              <a:t> acta (BBA)-Reviews on cancer</a:t>
            </a:r>
            <a:r>
              <a:rPr lang="en-US" sz="2000" dirty="0"/>
              <a:t>, 1873(1), p.188314.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000" dirty="0"/>
              <a:t>Gravitz, L. (2014). Liver cancer. </a:t>
            </a:r>
            <a:r>
              <a:rPr lang="en-US" sz="2000" i="1" dirty="0"/>
              <a:t>Nature,</a:t>
            </a:r>
            <a:r>
              <a:rPr lang="en-US" sz="2000" dirty="0"/>
              <a:t> 516, S1. https://doi.org/10.1038/516S1a</a:t>
            </a:r>
          </a:p>
        </p:txBody>
      </p:sp>
    </p:spTree>
    <p:extLst>
      <p:ext uri="{BB962C8B-B14F-4D97-AF65-F5344CB8AC3E}">
        <p14:creationId xmlns:p14="http://schemas.microsoft.com/office/powerpoint/2010/main" val="42836636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{28D60F53-3254-4BAD-81AD-169044D12987}TF51de1e5f-e0e8-4dd0-99f3-5b7584f7abdc2665eafa_win32-f9430b0bdaf6</Template>
  <TotalTime>36</TotalTime>
  <Words>269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Daytona Condensed Light</vt:lpstr>
      <vt:lpstr>Posterama</vt:lpstr>
      <vt:lpstr>Custom</vt:lpstr>
      <vt:lpstr>Early detection of liver cancer via differential gene expression &amp; model prediction RBIF112 – week 6-7</vt:lpstr>
      <vt:lpstr>outline</vt:lpstr>
      <vt:lpstr>objective</vt:lpstr>
      <vt:lpstr>data</vt:lpstr>
      <vt:lpstr>Methods summary</vt:lpstr>
      <vt:lpstr>results</vt:lpstr>
      <vt:lpstr>results</vt:lpstr>
      <vt:lpstr>discussion</vt:lpstr>
      <vt:lpstr>conclusion</vt:lpstr>
      <vt:lpstr>Thank you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Nessy Kipuw</dc:creator>
  <cp:lastModifiedBy>Nessy Kipuw</cp:lastModifiedBy>
  <cp:revision>3</cp:revision>
  <dcterms:created xsi:type="dcterms:W3CDTF">2025-10-05T23:52:01Z</dcterms:created>
  <dcterms:modified xsi:type="dcterms:W3CDTF">2025-10-06T00:28:30Z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